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vision. This is not clothing rental — it’s a new access model for fashion. Pause after the subtitle.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traditional ownership is inefficient, expensive, and outdated — especially for young 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Davenport as a response to a broader cultural shift, not a trend.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value proposition. Keep it simple and confident.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slowly. Emphasize convenience and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AI is invisible infrastructure — not a gimmick.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sustainability feel structural, not marketing-driven.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young men are underserved by current fashion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about momentum and exclusivity.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timing to macro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long-term ambition.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Davenport Wardrobe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access to modern style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Closets full of clothes people barely wear</a:t>
            </a:r>
          </a:p>
          <a:p>
            <a:pPr/>
            <a:r>
              <a:t>High upfront costs for quality clothing</a:t>
            </a:r>
          </a:p>
          <a:p>
            <a:pPr/>
            <a:r>
              <a:t>Overproduction and fashion waste</a:t>
            </a:r>
          </a:p>
          <a:p>
            <a:pPr/>
            <a:r>
              <a:t>Style changes faster than ownership allows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Shift Is Already Happening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Access is replacing ownership</a:t>
            </a:r>
          </a:p>
          <a:p>
            <a:pPr/>
            <a:r>
              <a:t>People value flexibility over permanence</a:t>
            </a:r>
          </a:p>
          <a:p>
            <a:pPr/>
            <a:r>
              <a:t>Younger generations want less clutter, more intention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wardrobe designed around access, not ownership</a:t>
            </a:r>
          </a:p>
          <a:p>
            <a:pPr/>
            <a:r>
              <a:t>Premium pieces delivered when needed</a:t>
            </a:r>
          </a:p>
          <a:p>
            <a:pPr/>
            <a:r>
              <a:t>Keep what works, return what doesn’t</a:t>
            </a:r>
          </a:p>
          <a:p>
            <a:pPr/>
            <a:r>
              <a:t>Pricing evolves as garments 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AI-curated wardrobe based on lifestyle, style, and fit</a:t>
            </a:r>
          </a:p>
          <a:p>
            <a:pPr/>
            <a:r>
              <a:t>Delivered directly to your door</a:t>
            </a:r>
          </a:p>
          <a:p>
            <a:pPr/>
            <a:r>
              <a:t>Wear on your terms</a:t>
            </a:r>
          </a:p>
          <a:p>
            <a:pPr/>
            <a:r>
              <a:t>Return or purchase as pricing adjusts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 Built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Understands lifestyle patterns</a:t>
            </a:r>
          </a:p>
          <a:p>
            <a:pPr/>
            <a:r>
              <a:t>Adapts to age, fit, and cultural context</a:t>
            </a:r>
          </a:p>
          <a:p>
            <a:pPr/>
            <a:r>
              <a:t>Improves with usage over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Sustainability, Built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Extended garment lifecycles</a:t>
            </a:r>
          </a:p>
          <a:p>
            <a:pPr/>
            <a:r>
              <a:t>Reduced overproduction</a:t>
            </a:r>
          </a:p>
          <a:p>
            <a:pPr/>
            <a:r>
              <a:t>Lower textile waste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It’s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College students and young professionals</a:t>
            </a:r>
          </a:p>
          <a:p>
            <a:pPr/>
            <a:r>
              <a:t>Style-conscious but efficiency-driven</a:t>
            </a:r>
          </a:p>
          <a:p>
            <a:pPr/>
            <a:r>
              <a:t>People who want quality without clutter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Access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Founding member access</a:t>
            </a:r>
          </a:p>
          <a:p>
            <a:pPr/>
            <a:r>
              <a:t>Student pricing for .edu emails</a:t>
            </a:r>
          </a:p>
          <a:p>
            <a:pPr/>
            <a:r>
              <a:t>Priority AI styling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Rising costs of apparel</a:t>
            </a:r>
          </a:p>
          <a:p>
            <a:pPr/>
            <a:r>
              <a:t>Increased sustainability awareness</a:t>
            </a:r>
          </a:p>
          <a:p>
            <a:pPr/>
            <a:r>
              <a:t>Comfort with access-based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smarter wardrobe system</a:t>
            </a:r>
          </a:p>
          <a:p>
            <a:pPr/>
            <a:r>
              <a:t>Less waste, better style</a:t>
            </a:r>
          </a:p>
          <a:p>
            <a:pPr/>
            <a:r>
              <a:t>Fashion that adapts as life changes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Davenport Wardrobe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Intelligent access</a:t>
            </a:r>
          </a:p>
          <a:p>
            <a:pPr/>
            <a:r>
              <a:t>Modern style</a:t>
            </a:r>
          </a:p>
          <a:p>
            <a:pPr/>
            <a:r>
              <a:t>Built for the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