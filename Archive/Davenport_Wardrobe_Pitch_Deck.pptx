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Davenport Wardrobe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smarter way to dress</a:t>
            </a:r>
          </a:p>
          <a:p/>
          <a:p>
            <a:r>
              <a:t>Less ownership. More clarity.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Buying clothes is inefficient</a:t>
            </a:r>
          </a:p>
          <a:p>
            <a:pPr>
              <a:defRPr sz="1800"/>
            </a:pPr>
            <a:r>
              <a:t>Life changes faster than wardrobes</a:t>
            </a:r>
          </a:p>
          <a:p>
            <a:pPr>
              <a:defRPr sz="1800"/>
            </a:pPr>
            <a:r>
              <a:t>Most clothing goes unworn</a:t>
            </a:r>
          </a:p>
          <a:p>
            <a:pPr>
              <a:defRPr sz="1800"/>
            </a:pPr>
            <a:r>
              <a:t>Fast fashion creates waste and frustration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Decision fatigue when shopping</a:t>
            </a:r>
          </a:p>
          <a:p>
            <a:pPr>
              <a:defRPr sz="1800"/>
            </a:pPr>
            <a:r>
              <a:t>Money spent on short-term needs</a:t>
            </a:r>
          </a:p>
          <a:p>
            <a:pPr>
              <a:defRPr sz="1800"/>
            </a:pPr>
            <a:r>
              <a:t>Closets full, confidence inconsistent</a:t>
            </a:r>
          </a:p>
          <a:p>
            <a:pPr>
              <a:defRPr sz="1800"/>
            </a:pPr>
            <a:r>
              <a:t>Environmental impact continues to grow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 lifestyle-based wardrobe subscription</a:t>
            </a:r>
          </a:p>
          <a:p>
            <a:pPr>
              <a:defRPr sz="1800"/>
            </a:pPr>
            <a:r>
              <a:t>Curated wardrobes designed for real life</a:t>
            </a:r>
          </a:p>
          <a:p>
            <a:pPr>
              <a:defRPr sz="1800"/>
            </a:pPr>
            <a:r>
              <a:t>Swap pieces as life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Davenport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Choose a style you like</a:t>
            </a:r>
          </a:p>
          <a:p>
            <a:pPr>
              <a:defRPr sz="1800"/>
            </a:pPr>
            <a:r>
              <a:t>Get a full wardrobe delivered</a:t>
            </a:r>
          </a:p>
          <a:p>
            <a:pPr>
              <a:defRPr sz="1800"/>
            </a:pPr>
            <a:r>
              <a:t>Wear it, live in it</a:t>
            </a:r>
          </a:p>
          <a:p>
            <a:pPr>
              <a:defRPr sz="1800"/>
            </a:pPr>
            <a:r>
              <a:t>Swap when life changes</a:t>
            </a:r>
          </a:p>
          <a:p>
            <a:pPr>
              <a:defRPr sz="1800"/>
            </a:pPr>
            <a:r>
              <a:t>No overthinking. No waste.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Offering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Everyday casual wardrobes</a:t>
            </a:r>
          </a:p>
          <a:p>
            <a:pPr>
              <a:defRPr sz="1800"/>
            </a:pPr>
            <a:r>
              <a:t>Flexible subscription tiers</a:t>
            </a:r>
          </a:p>
          <a:p>
            <a:pPr>
              <a:defRPr sz="1800"/>
            </a:pPr>
            <a:r>
              <a:t>Option to keep favorite items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College students (18–24)</a:t>
            </a:r>
          </a:p>
          <a:p>
            <a:pPr>
              <a:defRPr sz="1800"/>
            </a:pPr>
            <a:r>
              <a:t>Young professionals (22–30)</a:t>
            </a:r>
          </a:p>
          <a:p>
            <a:pPr>
              <a:defRPr sz="1800"/>
            </a:pPr>
            <a:r>
              <a:t>Convenience-first, style-aware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Global apparel market: $1.7T</a:t>
            </a:r>
          </a:p>
          <a:p>
            <a:pPr>
              <a:defRPr sz="1800"/>
            </a:pPr>
            <a:r>
              <a:t>Growing shift toward subscriptions</a:t>
            </a:r>
          </a:p>
          <a:p>
            <a:pPr>
              <a:defRPr sz="1800"/>
            </a:pPr>
            <a:r>
              <a:t>Rising rejection of fast fashion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Retail: ownership-heavy</a:t>
            </a:r>
          </a:p>
          <a:p>
            <a:pPr>
              <a:defRPr sz="1800"/>
            </a:pPr>
            <a:r>
              <a:t>Styling services: sell outfits</a:t>
            </a:r>
          </a:p>
          <a:p>
            <a:pPr>
              <a:defRPr sz="1800"/>
            </a:pPr>
            <a:r>
              <a:t>Rental platforms: event-focused</a:t>
            </a:r>
          </a:p>
          <a:p>
            <a:pPr>
              <a:defRPr sz="1800"/>
            </a:pPr>
            <a:r>
              <a:t>Davenport replaces the wardrobe itself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Monthly subscription revenue</a:t>
            </a:r>
          </a:p>
          <a:p>
            <a:pPr>
              <a:defRPr sz="1800"/>
            </a:pPr>
            <a:r>
              <a:t>Tiered pricing (Core / Flex / Premium)</a:t>
            </a:r>
          </a:p>
          <a:p>
            <a:pPr>
              <a:defRPr sz="1800"/>
            </a:pPr>
            <a:r>
              <a:t>Purchase-to-keep option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Campus-first launch</a:t>
            </a:r>
          </a:p>
          <a:p>
            <a:pPr>
              <a:defRPr sz="1800"/>
            </a:pPr>
            <a:r>
              <a:t>Waitlist-driven growth</a:t>
            </a:r>
          </a:p>
          <a:p>
            <a:pPr>
              <a:defRPr sz="1800"/>
            </a:pPr>
            <a:r>
              <a:t>Social and referral marketing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Wardrobes that adapt to life</a:t>
            </a:r>
          </a:p>
          <a:p>
            <a:pPr>
              <a:defRPr sz="1800"/>
            </a:pPr>
            <a:r>
              <a:t>Less excess, more intention</a:t>
            </a:r>
          </a:p>
          <a:p>
            <a:pPr>
              <a:defRPr sz="1800"/>
            </a:pPr>
            <a:r>
              <a:t>A new way to think about clothing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